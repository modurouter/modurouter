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215640" y="812880"/>
            <a:ext cx="7126200" cy="40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55280" y="5078160"/>
            <a:ext cx="604692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4277880" y="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defRPr>
            </a:lvl1pPr>
          </a:lstStyle>
          <a:p>
            <a:pPr indent="0" algn="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0" y="1015668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defRPr>
            </a:lvl1pPr>
          </a:lstStyle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4277880" y="1015668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defRPr>
            </a:lvl1pPr>
          </a:lstStyle>
          <a:p>
            <a:pPr indent="0" algn="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2981B3-EC24-462B-9DC6-E9455AAEEF5A}" type="slidenum">
              <a: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발표자메모 첫째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회의실 청록호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73D79D-172A-47B3-8A0A-57E8CBC1AB74}" type="slidenum">
              <a:rPr b="0" lang="en-US" sz="12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발표자메모 둘째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승인코드 바람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606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E76EB2-DBA8-4A08-BEDF-4B71B5F878B7}" type="slidenum">
              <a:rPr b="0" lang="en-US" sz="12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발표자메모 셋째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종료시각 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18</a:t>
            </a:r>
            <a:r>
              <a:rPr b="0" lang="zh-CN" sz="2000" spc="-1" strike="noStrike">
                <a:solidFill>
                  <a:srgbClr val="000000"/>
                </a:solidFill>
                <a:latin typeface="DejaVu Sans"/>
                <a:ea typeface="Noto Sans CJK SC"/>
              </a:rPr>
              <a:t>시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2A87D4-1F38-485B-ABAC-627BAF890899}" type="slidenum">
              <a:rPr b="0" lang="en-US" sz="12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D1247-6193-43B5-B902-72F4F96EEF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0" algn="ct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A9FA89-6C33-45DE-83E1-871E0AE967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2F2C4-66B4-4E18-8BA6-81A2B89BF8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78E07-7ADB-4569-8C42-864B849723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3B5FBB-F5C8-48C7-9A03-F88FAC2656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160" cy="529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5DFF5-E732-4767-9060-54D7CF22F3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36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8BE01-AFBF-4E3A-A945-A8CEB0891D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520" y="39636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19CF3D-B5CE-4B6F-A0A4-418F5C8A0A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3600"/>
            <a:ext cx="822816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423CA1-5551-42F7-A58D-42392DC68F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3600"/>
            <a:ext cx="822816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594D2-A266-42E7-ADC8-2F67153C69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36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520" y="3963600"/>
            <a:ext cx="401508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CA22E6-6B27-48D0-867B-A1F217DB18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280" y="16002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1360" y="16002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36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280" y="39636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1360" y="3963600"/>
            <a:ext cx="2649240" cy="215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E94E6-4D7B-4FDE-853D-E91CC11752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8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00"/>
          </a:bodyPr>
          <a:p>
            <a:pPr marL="339480" indent="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39480" indent="-339480">
              <a:lnSpc>
                <a:spcPct val="98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526553-78AC-4250-9D4E-1D09C964761D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첫 번째 슬라이드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발표처음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: </a:t>
            </a: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가람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101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두 번째 슬라이드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발표중간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: </a:t>
            </a: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나래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202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graphicFrame>
        <p:nvGraphicFramePr>
          <p:cNvPr id="52" name=""/>
          <p:cNvGraphicFramePr/>
          <p:nvPr/>
        </p:nvGraphicFramePr>
        <p:xfrm>
          <a:off x="914400" y="3657600"/>
          <a:ext cx="5487480" cy="1372680"/>
        </p:xfrm>
        <a:graphic>
          <a:graphicData uri="http://schemas.openxmlformats.org/drawingml/2006/table">
            <a:tbl>
              <a:tblPr/>
              <a:tblGrid>
                <a:gridCol w="2743560"/>
                <a:gridCol w="2743920"/>
              </a:tblGrid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zh-CN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zh-CN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수치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전환율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27%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만족도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98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점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DejaVu Sans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4400" spc="-1" strike="noStrike">
                <a:solidFill>
                  <a:srgbClr val="000000"/>
                </a:solidFill>
                <a:latin typeface="Calibri"/>
              </a:rPr>
              <a:t>세 번째 슬라이드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발표끝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: </a:t>
            </a:r>
            <a:r>
              <a:rPr b="0" lang="zh-CN" sz="3200" spc="-1" strike="noStrike">
                <a:solidFill>
                  <a:srgbClr val="000000"/>
                </a:solidFill>
                <a:latin typeface="Calibri"/>
              </a:rPr>
              <a:t>라온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404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